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1119-272D-2FB1-E29E-7419550A7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A3846-BE49-BED6-E924-3796DA029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E9081-FB88-1450-06EE-79CC90564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B84A0-79EF-F94A-2C7E-792C148C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04A5A-B533-A847-5F6F-1307656B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0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B458D-9247-8A39-47E8-CE49A42A7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DBBE3-2614-4CCD-D635-67279E80F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80D68-4764-23F7-7DF7-50067AE5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8344C-F754-AF73-223A-D0BF3C5B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80809-547E-9D97-396D-4102ECD9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30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42F2-6DC8-5B5B-98D6-2137C2F3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7E102-4E7A-F9A8-2EFD-73085E849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E8822-2C86-B90E-E4C9-60D92B019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8C6FC-00B3-6916-1FE9-520FD27F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1BAEB-0B19-3CCF-4503-38192DC1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8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B3EA-C0BB-C411-2985-13424A32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EE490-46A2-62E7-7B0B-64F8D423AE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1BF89-1DA0-9779-AFF4-770AA95D3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20584-BCF2-47CC-823C-5C90AFA2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CE414-BE33-FE63-7F37-12D27EB3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8FC07-BFAC-5B1C-A36D-C2C4F5793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0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BBE7D-D534-2BDB-23DB-0CA86586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732-B534-765A-D0E6-3D32E291C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97307-FC96-3E46-FB71-C099FAD8B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5C275-E0EF-151D-2745-F11D8A54B0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A04D1-C532-2E73-8B02-9A22FEAB0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8A838-7698-284A-9E04-6C3E6E7BB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E05A8-BCEC-780B-94CF-E0DA569A0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D951D5-E967-CB3D-7D4F-812D2A6B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2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C2E0-B421-802F-DFFF-1605DD44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6C141-37CA-C5E7-B09F-17BDDB105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9EC4F-BB70-6F18-A704-4D2F1555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4EFE4-4444-6218-3753-1DFBB33E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26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D8D9F-4269-6D42-48C8-5CF3D2B6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F49A4-774A-B090-5E01-5C8483FFC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846BE-0A0C-CFBE-F721-2414EB646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3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57A7-8B9C-F89B-0DC7-01270B323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AC93D-499F-8F90-3594-08BF3F3BD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9EFA1-FBFC-7530-7A66-24DCDFA0C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D6C77-9BC0-7519-B783-0F384261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1FEAC-CFCD-8AB6-A927-4780E70E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2ABEE-F1D5-5613-E978-F98B1DAD7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4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9151-D46F-1F94-2357-A174EA8F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11C264-3CEB-EA29-B2CA-55F8AE070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8ABA5-A028-0C55-CFEF-07CBFDB7C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4C014-3166-0DDB-2D29-F64F922AE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D8BFB-1EE0-E618-CFE8-F16E7AD9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164AB-9211-997F-B716-14A30D68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6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D77A8-EBD3-F292-9DC6-9F1E58AA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779DD7-B203-4A61-3576-8F7A5633D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79D60-3E3B-9936-D418-9F8C1C1AD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A9197-8058-7204-A078-08786C39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A84D5-CC27-2108-9F0B-2693A5C0D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42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6E272-E5C5-41FD-5886-38BDCC8C0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D12F4-7DC4-1A91-2A4F-539DC3ABE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78A8C-B423-30F6-EE12-ECA968FB2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78D7C-1F78-0889-E9EC-FCC93809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0C820-1760-4B93-915A-48D97154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5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CE4FC6-EDF6-31F8-00F0-06515E8B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45414-D1D0-9834-1F7C-817C553A8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30B94-199C-C502-8187-A99F97BD1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5B404-73BA-491C-B09F-09AC40F14D6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B03DD-AA55-9B9B-2A0D-4DA8E2039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ACA8A-19D8-E4B4-F841-12035D55A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5857E-817A-4C3B-9517-4A66468DE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92141F-D04A-602D-08D7-D18B5424B9D1}"/>
              </a:ext>
            </a:extLst>
          </p:cNvPr>
          <p:cNvSpPr txBox="1"/>
          <p:nvPr/>
        </p:nvSpPr>
        <p:spPr>
          <a:xfrm rot="18327605">
            <a:off x="-1801398" y="2096565"/>
            <a:ext cx="9763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Georgia" panose="02040502050405020303" pitchFamily="18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©️Timothy Do 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FB77A-BC70-E4BD-2678-C968DE4AEB90}"/>
              </a:ext>
            </a:extLst>
          </p:cNvPr>
          <p:cNvSpPr txBox="1"/>
          <p:nvPr/>
        </p:nvSpPr>
        <p:spPr>
          <a:xfrm rot="2772831">
            <a:off x="4397577" y="2684068"/>
            <a:ext cx="843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Georgia" panose="02040502050405020303" pitchFamily="18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©️Timothy Do 2023</a:t>
            </a:r>
          </a:p>
        </p:txBody>
      </p:sp>
    </p:spTree>
    <p:extLst>
      <p:ext uri="{BB962C8B-B14F-4D97-AF65-F5344CB8AC3E}">
        <p14:creationId xmlns:p14="http://schemas.microsoft.com/office/powerpoint/2010/main" val="3454913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Timothy Do</dc:creator>
  <cp:lastModifiedBy>Timothy Do</cp:lastModifiedBy>
  <cp:revision>4</cp:revision>
  <dcterms:created xsi:type="dcterms:W3CDTF">2023-11-28T03:27:58Z</dcterms:created>
  <dcterms:modified xsi:type="dcterms:W3CDTF">2023-11-28T03:41:46Z</dcterms:modified>
</cp:coreProperties>
</file>